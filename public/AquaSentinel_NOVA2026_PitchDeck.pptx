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2026 | SUSTAINABLE &amp; NEXT-GEN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AQUASENTINEL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Underwater Marine Debris Tracking, Physics-Informed Spectral Dehazing &amp; AUV Fleet Mission Dispatch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6217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TARGET SDG: UN SDG 14 — Life Below Water &amp; Ocean Protection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62179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5488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INTERNATIONAL GRAND FINALE SUBMISSION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BITS Pilani Dubai Campus • Microsoft Tech Club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Team: Trinex Bytes • Track C: Sustainable Technologies</a:t>
            </a:r>
            <a:endParaRPr lang="en-US" sz="1200" dirty="0"/>
          </a:p>
        </p:txBody>
      </p:sp>
      <p:pic>
        <p:nvPicPr>
          <p:cNvPr id="9" name="Image 0" descr="C:/Users/d/Downloads/New folder/Architecture_Option2_Clean_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097280"/>
            <a:ext cx="4389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Crisis: Oceans Choking in Murky Waters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Submerged debris is devastating marine ecosystems, but optical physics blinds human inspection.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640,000 TONS / YEAR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Ghost Fishing Nets: Abandoned synthetic nets drift for decades, silently killing marine megafauna and strangling vital coral reefs.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14 MILLION TONS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Seabed Microplastics: Plastics sink to benthic layers, fragmenting into toxic particles that poison food webs and coastal fisheries.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621792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</a:rPr>
              <a:t>THE OPTICAL ATTENUATION BARRIER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Physical Light Extinction: Seawater absorbs red wavelengths within 5 meters. Murky turbidity and blue-green color casting blind standard AI models and human divers.</a:t>
            </a:r>
            <a:endParaRPr lang="en-US" sz="1200" dirty="0"/>
          </a:p>
        </p:txBody>
      </p:sp>
      <p:pic>
        <p:nvPicPr>
          <p:cNvPr id="15" name="Image 0" descr="C:/Users/d/Downloads/New folder/Extracted_Images_For_PPT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645920"/>
            <a:ext cx="4206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PROPOSED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AquaSentinel AI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An end-to-end autonomous perception, classification, and robotic dispatch platform.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</a:rPr>
              <a:t>Real-Time Underwater Vision Restorer &amp; Robotic Telemetry Coordinator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AquaSentinel bridges murky subsea feeds and cleanup robotics via instant physics-based spectral dehazing (compensating for red-light extinction), zero-shot neural hazard detection, and automated AUV dispatch.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Spectral Dehaze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Reconstructs lost red spectrum and natural RGB contrast using Beer-Lambert optical attenuation inversion.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20040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0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Neural Detector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42976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Isolates ghost nets, synthetic plastics, and corroded chemical barrels at &gt;30 FPS on edge accelerators.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120 kHz Sonar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Synthesizes acoustic chirps and radar sweeps for spatial orientation in turbid zero-visibility waters.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320040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0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D68"/>
                </a:solidFill>
              </a:rPr>
              <a:t>AUV Fleet Dispatch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42976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Generates standardized JSON/ROS telemetry orders for autonomous robotic recovery missions.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Data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Modular edge-to-cloud pipeline engineered for sub-second real-time execution.</a:t>
            </a:r>
            <a:endParaRPr lang="en-US" sz="1250" dirty="0"/>
          </a:p>
        </p:txBody>
      </p:sp>
      <p:pic>
        <p:nvPicPr>
          <p:cNvPr id="6" name="Image 0" descr="C:/Users/d/Downloads/New folder/Architecture_Clean_Flowchart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45920"/>
            <a:ext cx="1069848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5120640"/>
            <a:ext cx="24688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1. Sensor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532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1080p optical camera + 120 kHz sonar telemetry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5120640"/>
            <a:ext cx="24688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2. Spectral Dehaze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11880" y="5532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Beer-Lambert physical color compensation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5120640"/>
            <a:ext cx="24688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3. Neural Inference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5080" y="5532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Gemini Vision &amp; YOLO edge bounding classification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61120" y="5120640"/>
            <a:ext cx="24688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9828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4. Mission Dispatch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98280" y="5532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ROS / MAVLink telemetry orders for AUV recovery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 &amp; Technological Moat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Three technological breakthroughs setting AquaSentinel apart from generic vision models.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69A1"/>
                </a:solidFill>
              </a:rPr>
              <a:t>Physics-Informed Spectral De-Hazing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Unlike naive brightness filters that wash out detail, our algorithm models water's selective absorption coefficient mathematically, reconstructing lost red wavelengths and backscatter contrast without distorting fauna.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69A1"/>
                </a:solidFill>
              </a:rPr>
              <a:t>Lattice Geometry Net Entanglement Sentry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Ghost nets blend almost invisibly into reef structures. AquaSentinel uses custom structural lattice edge analysis to isolate synthetic diamond-mesh patterns even when obscured by organic algal bloom.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00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69A1"/>
                </a:solidFill>
              </a:rPr>
              <a:t>Marine Fauna Co-Existence Safety Guard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Autonomous environmental ethics: The system continuously scans for protected marine species (sea turtles, dugongs) and automatically injects mission-hold telemetry if wildlife breaches the operation perimeter.</a:t>
            </a:r>
            <a:endParaRPr lang="en-US" sz="1150" dirty="0"/>
          </a:p>
        </p:txBody>
      </p:sp>
      <p:pic>
        <p:nvPicPr>
          <p:cNvPr id="15" name="Image 0" descr="C:/Users/d/Downloads/New folder/Slide5_Tech_Stack_Infographi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645920"/>
            <a:ext cx="4206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DEMONSTRATION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Working Prototype — 8 Interactive Capabilities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Zero hardware setup required — fully responsive, edge-ready, and browser native.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Interactive Split-Slider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Live comparison of raw murky feed vs physics-dehazed subsea imagery.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Confidence Thresholding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Adjustable 50%–95% threshold to eliminate false positives in real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120 kHz Sonar Radar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Acoustic sweep simulation with live blips and audio chirp synthesized via Web Audio API.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0" y="1645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3 Real-World Scenarios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0982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Dubai Coast Coral Net (-16.4m), Indian Ocean Plastics (-28.2m), Jebel Ali Toxic Drum (-11.8m).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Marine Pollution Index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Dynamic MPI gauge (0–100) scoring environmental contamination levels.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0" y="3931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Automated Report Export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11880" y="4480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1-Click PDF survey inspection certificates and JSON telemetry payload downloads.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931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Fauna Safeguard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55080" y="4480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Automatic safety abort when endangered Green Sea Turtles are detected near recovery tools.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61120" y="3931920"/>
            <a:ext cx="246888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D68"/>
                </a:solidFill>
              </a:rPr>
              <a:t>Offline Autonomous Mode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98280" y="4480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Runs 100% locally in any browser with zero network or server dependencies.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Feasibility &amp; Operational Specs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Designed for deployment aboard compact micro-AUVs and research vessels.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918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&gt;30 FPS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Real-Time Frame Latency: Sub-35ms pipeline ensures immediate collision avoidance and active hazard tracking.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2918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EDGE READY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NVIDIA Jetson &amp; WASM: Low-power compute profile maximizes AUV battery sortie duration during deep dives.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100% OFFLINE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Autonomous Disconnected Mode: Operates isolated from cloud connectivity via cached weights &amp; acoustic relays.</a:t>
            </a:r>
            <a:endParaRPr lang="en-US" sz="1100" dirty="0"/>
          </a:p>
        </p:txBody>
      </p:sp>
      <p:pic>
        <p:nvPicPr>
          <p:cNvPr id="15" name="Image 0" descr="C:/Users/d/Downloads/New folder/Professional_Tech_Stack_Whi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3017520"/>
            <a:ext cx="10698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MARKET &amp; SOCIAL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Dubai, UAE &amp; Global Environmental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Directly advancing Arabian Gulf conservation and international marine protection.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21792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Arabian Gulf &amp; Dubai Marine Environment Protection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Supports UAE Marine Protected Areas (MPAs), safeguarding Arabian Gulf coral formations and the world's second-largest resident population of dugongs. Integrates with Dubai Harbor smart-port environmental monitoring.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62179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D68"/>
                </a:solidFill>
              </a:rPr>
              <a:t>UN SDG 14: Life Below Water &amp; Global Plastic Treaty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Direct contribution to Target 14.1 (marine litter reduction). Generates verifiable, geo-tagged debris metrics providing audit-ready data for international environmental enforcement.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621792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920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D68"/>
                </a:solidFill>
              </a:rPr>
              <a:t>Economic &amp; Commercial Maritime Safety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Reduces annual propeller entanglement damages ($1.2B maritime industry cost) and cuts commercial diver hazardous inspection risk by up to 80% through robotic pre-surveying.</a:t>
            </a:r>
            <a:endParaRPr lang="en-US" sz="1150" dirty="0"/>
          </a:p>
        </p:txBody>
      </p:sp>
      <p:pic>
        <p:nvPicPr>
          <p:cNvPr id="15" name="Image 0" descr="C:/Users/d/Downloads/New folder/Slide7_Impact_Cha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645920"/>
            <a:ext cx="4206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&amp; Commercial Milestones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 clear path from hackathon prototype to maritime fleet integration.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PHASE 1: CURRENT (Q3 2026)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NOVA 2026 Submission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Interactive browser command dashboard, Gemini Vision classification, 120 kHz sonar chirp, and AUV telemetry order generator.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PHASE 2: NOV 2026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Dubai Finale Field Test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Live in-water trial with BITS Pilani Dubai ocean engineering faculty using low-cost tethered ROV hardware.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6217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PHASE 3: 2027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Autonomous Drone Swarm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Multi-vehicle acoustic swarm coordination for automated 24/7 port perimeter defense and debris recovery.</a:t>
            </a:r>
            <a:endParaRPr lang="en-US" sz="1150" dirty="0"/>
          </a:p>
        </p:txBody>
      </p:sp>
      <p:pic>
        <p:nvPicPr>
          <p:cNvPr id="18" name="Image 0" descr="C:/Users/d/Downloads/New folder/Slide7_Impact_Infographi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645920"/>
            <a:ext cx="42062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</a:rPr>
              <a:t>INVENT THE INFINITE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AquaSentinel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94A3B8"/>
                </a:solidFill>
              </a:rPr>
              <a:t>Protecting the Blue Heart of Our Planet with Autonomous Intelligence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0" y="3840480"/>
            <a:ext cx="81381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40233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SUBMISSION FOR NOVA 2026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Organized by KVGCE Sphere Hive × Microsoft Tech Club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International Grand Finale: BITS Pilani Dubai Campus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Team: Trinex Bytes • Track C: Sustainable Technologies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Contact: microsofttechclub@dubai.bits-pilani.ac.in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BITS Pilani Dubai Campus - NOVA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AquaSentinel AI - NOVA 2026 Pitch Deck</dc:title>
  <dc:subject>PptxGenJS Presentation</dc:subject>
  <dc:creator>Team Trinex Bytes</dc:creator>
  <cp:lastModifiedBy>Team Trinex Bytes</cp:lastModifiedBy>
  <cp:revision>1</cp:revision>
  <dcterms:created xsi:type="dcterms:W3CDTF">2026-09-30T15:11:33Z</dcterms:created>
  <dcterms:modified xsi:type="dcterms:W3CDTF">2026-09-30T15:11:33Z</dcterms:modified>
</cp:coreProperties>
</file>