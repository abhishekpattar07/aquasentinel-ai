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2026 | SUSTAINABLE &amp; NEXT-GEN TECHNOLOGIES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AQUASENTINEL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Underwater Marine Debris Tracking, Physics-Informed Spectral De-hazing &amp; AUV Fleet Mission Dispatch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384048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0233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TARGET SDG: UN SDG 14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Life Below Water &amp; Ocean Protection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3840480"/>
            <a:ext cx="502920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40233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GRAND FINALE QUALIFIER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BITS Pilani Dubai Campus • Microsoft Tech Club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Crisis: Oceans Choking in Murky Waters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Submerged debris is devastating marine ecosystems, but optical physics blinds human inspection.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</a:rPr>
              <a:t>640,000 TONS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Ghost Fishing Nets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Abandoned synthetic nets drift continuously, strangling marine life, destroying delicate coral reefs, and trapping endangered sea turtles and dugongs.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14 MILLION TONS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0" y="256032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Seabed Microplastics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Plastics sink and break down into micro-particles, contaminating benthic marine habitats and entering the global seafood food supply chain.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4C7"/>
                </a:solidFill>
              </a:rPr>
              <a:t>OPTICAL FOG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29600" y="256032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Physical Attenuation Barrier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Water absorbs red light within 5 meters. Murky scattering and greenish haze cause conventional computer vision algorithms to fail completely underwater.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PROPOSED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AquaSentinel AI Command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An end-to-end autonomous perception, classification, and robotic dispatch platform.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1371600"/>
          </a:xfrm>
          <a:prstGeom prst="rect">
            <a:avLst/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69A1"/>
                </a:solidFill>
              </a:rPr>
              <a:t>Real-Time Underwater Vision Restorer &amp; Robotic Telemetry Coordinator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AquaSentinel bridges the gap between murky subsea video feeds and autonomous cleanup robotics by performing instant physics-based color restoration, multi-modal object detection, and standardized AUV mission dispatch.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246888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566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D68"/>
                </a:solidFill>
              </a:rPr>
              <a:t>Spectral Dehaze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Restores lost red spectrum &amp; contrasts in real-time.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74720" y="3291840"/>
            <a:ext cx="246888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3566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D68"/>
                </a:solidFill>
              </a:rPr>
              <a:t>Neural Detector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411480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Pinpoints ghost nets, plastics, and toxic barrels.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291840"/>
            <a:ext cx="246888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566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D68"/>
                </a:solidFill>
              </a:rPr>
              <a:t>120 kHz Sonar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411480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Acoustic chirp synthesis for spatial navigation.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61120" y="3291840"/>
            <a:ext cx="246888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3566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D68"/>
                </a:solidFill>
              </a:rPr>
              <a:t>AUV Fleet Dispatch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0" y="411480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Generates JSON telemetry &amp; PDF compliance orders.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TECHNICAL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Data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Modular edge-to-cloud pipeline engineered for sub-second real-time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468880" cy="420624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3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</a:rPr>
              <a:t>1. Ingestion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Subsea Optical &amp; Sonar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AUV/ROV camera stream, 120 kHz acoustic telemetry pings.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1828800"/>
            <a:ext cx="2468880" cy="420624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103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</a:rPr>
              <a:t>2. Preprocessing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25603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Spectral Dehazing Engine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347472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Physics-guided Beer-Lambert attenuation restoration algorithm.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468880" cy="420624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103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</a:rPr>
              <a:t>3. AI Inference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25603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Gemini Vision Multi-Modal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347472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Bounding box isolation, confidence scoring &amp; classification.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61120" y="1828800"/>
            <a:ext cx="2468880" cy="420624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2103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</a:rPr>
              <a:t>4. Coordination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0" y="25603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AUV Telemetry Dispatch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0" y="347472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Standard JSON telemetry formatted for ROS &amp; MAVLink control.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INNOVATION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Technological Innovation &amp; Moat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Three technological breakthroughs setting AquaSentinel apart from generic vision models.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6984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</a:rPr>
              <a:t>Physics-Informed Spectral De-Hazing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Unlike naive brightness filters that wash out details, our algorithm models water's selective absorption coefficient mathematically, reconstructing lost red wavelengths and backscatter contrast without distorting underlying fauna.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33756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</a:rPr>
              <a:t>Lattice Geometry Net Entanglement Sentry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70332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Ghost nets blend almost invisibly into reef structures. AquaSentinel uses custom structural lattice edge analysis to isolate synthetic diamond-mesh patterns even when obscured by organic algal bloom.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4663440"/>
            <a:ext cx="106984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80060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</a:rPr>
              <a:t>Marine Fauna Co-Existence Safety Guard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516636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Autonomous environmental ethics: The system continuously scans for protected marine species (sea turtles, dugongs) and automatically injects mission-hold telemetry if wildlife breaches the operation perimeter.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HIGHLIGHTS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Working Prototype Demonstration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Zero hardware setup required — fully responsive, edge-ready, and browser native.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21208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D68"/>
                </a:solidFill>
              </a:rPr>
              <a:t>Interactive Split Slider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Live comparison of raw vs restored subsea imagery.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21208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D68"/>
                </a:solidFill>
              </a:rPr>
              <a:t>Confidence Thresholding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3774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Adjustable 50%-95% threshold to eliminate false positives.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521208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114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D68"/>
                </a:solidFill>
              </a:rPr>
              <a:t>120 kHz Sonar Radar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45720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Acoustic sweep simulation with live blips and audio chirp.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931920"/>
            <a:ext cx="521208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114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D68"/>
                </a:solidFill>
              </a:rPr>
              <a:t>Automated Report Export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45720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1-Click PDF inspection certificates and CSV telemetry data.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Feasibility &amp; Operational Specs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Designed for deployment aboard compact micro-AUVs and research vessels.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29184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03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4C7"/>
                </a:solidFill>
              </a:rPr>
              <a:t>&gt;30 FPS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Real-Time Inference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Optimized pipeline delivers sub-35ms frame latency, ensuring immediate collision avoidance and debris tracking.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29184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103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9669"/>
                </a:solidFill>
              </a:rPr>
              <a:t>EDGE READY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0" y="292608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NVIDIA Jetson &amp; WASM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Compiled for edge microcomputers with minimal power consumption, maximizing AUV battery runtime during long sorties.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38328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03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706"/>
                </a:solidFill>
              </a:rPr>
              <a:t>100% OFFLINE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229600" y="29260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Subsea Mission Mode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Functions fully disconnected from cellular/cloud networks using local onboard cached weights and acoustic relay.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MARKET &amp; SOCIAL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Dubai, UAE &amp; Global Environmental Impact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Directly advancing Arabian Gulf conservation and international marine protection.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698480" cy="18288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</a:rPr>
              <a:t>Arabian Gulf &amp; Dubai Marine Environment Protection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Supports UAE Marine Protected Areas (MPAs), safeguarding delicate Arabian Gulf coral formations and the world's second-largest resident population of dugongs. Directly integrates with Dubai Harbor smart-port environmental monitoring initiatives.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521208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23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D68"/>
                </a:solidFill>
              </a:rPr>
              <a:t>UN SDG 14: Life Below Water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4805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Measurable progress on Target 14.1 (marine litter reduction). Verifiable, geo-tagged debris metrics provide audit-ready proof for global plastic treaties.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3840480"/>
            <a:ext cx="521208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4023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D68"/>
                </a:solidFill>
              </a:rPr>
              <a:t>Economic &amp; Harbor Value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44805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Reduces annual propeller entanglement damages ($1.2B maritime industry cost) and cuts commercial diver inspection risk by up to 80%.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 &amp; Commercial Milestones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A clear path from hackathon prototype to maritime fleet integration.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6984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</a:rPr>
              <a:t>PHASE 1: CURRENT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NOVA 2026 Submission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Interactive browser command dashboard, Gemini Vision classification, 120 kHz sonar chirp, and AUV telemetry order generator.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</a:rPr>
              <a:t>PHASE 2: NOV 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61188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Dubai Finale Field Test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9776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Live in-water trial with BITS Pilani Dubai ocean engineering faculty using low-cost tethered ROV hardware.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4663440"/>
            <a:ext cx="106984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800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</a:rPr>
              <a:t>PHASE 3: 2027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Autonomous Drone Swarm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544068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Multi-vehicle acoustic swarm coordination for automated 24/7 port perimeter defense and debris recovery.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FF"/>
                </a:solidFill>
              </a:rPr>
              <a:t>INVENT THE INFINITE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AquaSentinel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4A3B8"/>
                </a:solidFill>
              </a:rPr>
              <a:t>Protecting the Blue Heart of Our Planet with Autonomous Intelligence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4206240"/>
            <a:ext cx="758952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0" y="4389120"/>
            <a:ext cx="7223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SUBMISSION FOR NOVA 2026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Organized by KVGCE Sphere Hive × Microsoft Tech Club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International Grand Finale: BITS Pilani Dubai Campus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Team: AquaSentinel • Contact: microsofttechclub@dubai.bits-pilani.ac.in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BITS Pilani Dubai Campus - NOVA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AquaSentinel AI - NOVA 2026 Pitch Deck</dc:title>
  <dc:subject>PptxGenJS Presentation</dc:subject>
  <dc:creator>Team AquaSentinel</dc:creator>
  <cp:lastModifiedBy>Team AquaSentinel</cp:lastModifiedBy>
  <cp:revision>1</cp:revision>
  <dcterms:created xsi:type="dcterms:W3CDTF">2026-09-29T11:57:37Z</dcterms:created>
  <dcterms:modified xsi:type="dcterms:W3CDTF">2026-09-29T11:57:37Z</dcterms:modified>
</cp:coreProperties>
</file>